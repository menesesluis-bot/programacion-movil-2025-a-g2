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rata"/>
      <p:regular r:id="rId16"/>
    </p:embeddedFont>
    <p:embeddedFont>
      <p:font typeface="Prata"/>
      <p:regular r:id="rId17"/>
    </p:embeddedFont>
    <p:embeddedFont>
      <p:font typeface="Raleway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aleway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2132"/>
            <a:ext cx="7556421" cy="214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🛠️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Taller: Explorando Componentes en Ionic con Vue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0387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¡Bienvenidos al taller! Exploraremos los componentes en Ionic con Vue. Aprenderemos a construir interfaces de usuario reutilizables. Descubriremos cómo los componentes facilitan el desarrollo y mantenimiento de aplicaciones móviles.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602753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603515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6010632"/>
            <a:ext cx="496181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by LUIS IGNACIO BONILLA DELGADO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9213"/>
            <a:ext cx="70083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¿Qué es un Componente?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54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3611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componente es un bloque de construcción reutilizable de la interfaz de usuario.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659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Encapsula HTML, CSS y JavaScript.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081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similar a una función, pero para la UI.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54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Ejemplos comunes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361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Botones.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578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205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Tarjetas.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627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Modales.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877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¿Para qué Sirven los Componentes?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916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60" y="2734151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2691646"/>
            <a:ext cx="31675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Reutilización de código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18206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Evita la repetición de elementos UI.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40269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60" y="4069437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4026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Modularidad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017306" y="451735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Divide la aplicación en partes manejables.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53622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5404723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5362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Mantenibilidad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585263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Facilita la actualización y corrección de errores.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6280190" y="66975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6740009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17306" y="66975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Testeabilidad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7017306" y="718792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Componentes individuales son más fáciles de probar.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554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Componentes en Ionic con Vue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4313158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Sintaxis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 `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5268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Caso Práctico: Componente "Persona"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92763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Campos básicos (Nombre, Apellido, Documento, Fecha de Nacimiento, etc.).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92763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Personaliza el componente (`tipoUsuario`: cliente, empleado, proveedor).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Eventos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872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Emite eventos (`onGuardar`, `onCancelar`).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713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Reutilización del Componente "Persona"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92906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722852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Cliente</a:t>
            </a:r>
            <a:endParaRPr lang="en-US" sz="2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3929063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912304" y="4722852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Empleado</a:t>
            </a:r>
            <a:endParaRPr lang="en-US" sz="22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3929063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544538" y="4722852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Proveedor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6280190" y="533233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 el componente "Persona" en diferentes vistas. Pasa diferentes props según el tipo de usuario. Personaliza el componente con slots.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7834"/>
            <a:ext cx="97837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¿Cuándo NO Usar un Componente?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80241"/>
            <a:ext cx="2173724" cy="807958"/>
          </a:xfrm>
          <a:prstGeom prst="roundRect">
            <a:avLst>
              <a:gd name="adj" fmla="val 4211"/>
            </a:avLst>
          </a:prstGeom>
          <a:solidFill>
            <a:srgbClr val="3A3B3C"/>
          </a:solidFill>
          <a:ln/>
        </p:spPr>
      </p:sp>
      <p:sp>
        <p:nvSpPr>
          <p:cNvPr id="4" name="Text 2"/>
          <p:cNvSpPr/>
          <p:nvPr/>
        </p:nvSpPr>
        <p:spPr>
          <a:xfrm>
            <a:off x="1721167" y="308490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28" y="3107055"/>
            <a:ext cx="14447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UI simples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80861" y="3672959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535455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801547"/>
            <a:ext cx="4347567" cy="807958"/>
          </a:xfrm>
          <a:prstGeom prst="roundRect">
            <a:avLst>
              <a:gd name="adj" fmla="val 4211"/>
            </a:avLst>
          </a:prstGeom>
          <a:solidFill>
            <a:srgbClr val="3A3B3C"/>
          </a:solidFill>
          <a:ln/>
        </p:spPr>
      </p:sp>
      <p:sp>
        <p:nvSpPr>
          <p:cNvPr id="8" name="Text 6"/>
          <p:cNvSpPr/>
          <p:nvPr/>
        </p:nvSpPr>
        <p:spPr>
          <a:xfrm>
            <a:off x="2808089" y="400621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368171" y="4028361"/>
            <a:ext cx="22276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Lógica acoplada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54704" y="4594265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535455"/>
          </a:solidFill>
          <a:ln/>
        </p:spPr>
      </p:sp>
      <p:sp>
        <p:nvSpPr>
          <p:cNvPr id="11" name="Shape 9"/>
          <p:cNvSpPr/>
          <p:nvPr/>
        </p:nvSpPr>
        <p:spPr>
          <a:xfrm>
            <a:off x="793790" y="4722852"/>
            <a:ext cx="6521410" cy="807958"/>
          </a:xfrm>
          <a:prstGeom prst="roundRect">
            <a:avLst>
              <a:gd name="adj" fmla="val 4211"/>
            </a:avLst>
          </a:prstGeom>
          <a:solidFill>
            <a:srgbClr val="3A3B3C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011" y="492752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542014" y="4949666"/>
            <a:ext cx="34628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Sobre-componentización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7859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uses componentes para elementos UI demasiado simples. Tampoco cuando la lógica está fuertemente acoplada a una vista específica. Evita la sobre-componentización.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731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409" y="2651165"/>
            <a:ext cx="7640003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Mejores Prácticas con Componentes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03770" y="3455194"/>
            <a:ext cx="22860" cy="3824645"/>
          </a:xfrm>
          <a:prstGeom prst="roundRect">
            <a:avLst>
              <a:gd name="adj" fmla="val 114079"/>
            </a:avLst>
          </a:prstGeom>
          <a:solidFill>
            <a:srgbClr val="535455"/>
          </a:solidFill>
          <a:ln/>
        </p:spPr>
      </p:sp>
      <p:sp>
        <p:nvSpPr>
          <p:cNvPr id="5" name="Shape 2"/>
          <p:cNvSpPr/>
          <p:nvPr/>
        </p:nvSpPr>
        <p:spPr>
          <a:xfrm>
            <a:off x="6621006" y="3834765"/>
            <a:ext cx="521494" cy="22860"/>
          </a:xfrm>
          <a:prstGeom prst="roundRect">
            <a:avLst>
              <a:gd name="adj" fmla="val 114079"/>
            </a:avLst>
          </a:prstGeom>
          <a:solidFill>
            <a:srgbClr val="535455"/>
          </a:solidFill>
          <a:ln/>
        </p:spPr>
      </p:sp>
      <p:sp>
        <p:nvSpPr>
          <p:cNvPr id="6" name="Shape 3"/>
          <p:cNvSpPr/>
          <p:nvPr/>
        </p:nvSpPr>
        <p:spPr>
          <a:xfrm>
            <a:off x="7119640" y="3650694"/>
            <a:ext cx="391120" cy="391120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767" y="3683258"/>
            <a:ext cx="260747" cy="3258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57305" y="3629025"/>
            <a:ext cx="228861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Nombres descriptivos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87900" y="4703921"/>
            <a:ext cx="521494" cy="22860"/>
          </a:xfrm>
          <a:prstGeom prst="roundRect">
            <a:avLst>
              <a:gd name="adj" fmla="val 114079"/>
            </a:avLst>
          </a:prstGeom>
          <a:solidFill>
            <a:srgbClr val="535455"/>
          </a:solidFill>
          <a:ln/>
        </p:spPr>
      </p:sp>
      <p:sp>
        <p:nvSpPr>
          <p:cNvPr id="10" name="Shape 6"/>
          <p:cNvSpPr/>
          <p:nvPr/>
        </p:nvSpPr>
        <p:spPr>
          <a:xfrm>
            <a:off x="7119640" y="4519851"/>
            <a:ext cx="391120" cy="391120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67" y="4552414"/>
            <a:ext cx="260747" cy="3258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84475" y="4498181"/>
            <a:ext cx="226171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Documentación clara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621006" y="5486162"/>
            <a:ext cx="521494" cy="22860"/>
          </a:xfrm>
          <a:prstGeom prst="roundRect">
            <a:avLst>
              <a:gd name="adj" fmla="val 114079"/>
            </a:avLst>
          </a:prstGeom>
          <a:solidFill>
            <a:srgbClr val="535455"/>
          </a:solidFill>
          <a:ln/>
        </p:spPr>
      </p:sp>
      <p:sp>
        <p:nvSpPr>
          <p:cNvPr id="14" name="Shape 9"/>
          <p:cNvSpPr/>
          <p:nvPr/>
        </p:nvSpPr>
        <p:spPr>
          <a:xfrm>
            <a:off x="7119640" y="5302091"/>
            <a:ext cx="391120" cy="391120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767" y="5334655"/>
            <a:ext cx="260747" cy="3258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72796" y="5280422"/>
            <a:ext cx="217312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Sistema de estilos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7487900" y="6268522"/>
            <a:ext cx="521494" cy="22860"/>
          </a:xfrm>
          <a:prstGeom prst="roundRect">
            <a:avLst>
              <a:gd name="adj" fmla="val 114079"/>
            </a:avLst>
          </a:prstGeom>
          <a:solidFill>
            <a:srgbClr val="535455"/>
          </a:solidFill>
          <a:ln/>
        </p:spPr>
      </p:sp>
      <p:sp>
        <p:nvSpPr>
          <p:cNvPr id="18" name="Shape 12"/>
          <p:cNvSpPr/>
          <p:nvPr/>
        </p:nvSpPr>
        <p:spPr>
          <a:xfrm>
            <a:off x="7119640" y="6084451"/>
            <a:ext cx="391120" cy="391120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767" y="6117015"/>
            <a:ext cx="260747" cy="3258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84475" y="6062782"/>
            <a:ext cx="217312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 unitarios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08409" y="7475339"/>
            <a:ext cx="1341358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 nombres descriptivos y consistentes. Documenta las props y eventos. Usa un sistema de estilos consistente. Implementa tests unitarios.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79717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Conclusión y Próximos Pasos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Resumen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87773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Repasamos los conceptos clave del taller.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0033" y="400609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597628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Beneficios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597628" y="2861429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Vimos las ventajas de usar componentes.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43230" y="298811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9597628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Recursos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597628" y="5313998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Compartimos recursos para seguir aprendiendo.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43230" y="502408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Hemos explorado los componentes en Ionic con Vue. ¡Gracias por participar! ¡Sigan aprendiendo y construyendo grandes aplicaciones!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2025-03-25T13:04:33Z</dcterms:created>
  <dcterms:modified xsi:type="dcterms:W3CDTF">2025-03-25T13:04:33Z</dcterms:modified>
</cp:coreProperties>
</file>